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Wega-Evals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86AB"/>
                </a:solidFill>
                <a:latin typeface="Calibri"/>
              </a:defRPr>
            </a:pPr>
            <a:r>
              <a:t>Evaluation Framework Review &amp; Agent Assessment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F8C8D"/>
                </a:solidFill>
                <a:latin typeface="Calibri"/>
              </a:defRPr>
            </a:pPr>
            <a:r>
              <a:t>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1. Review Wega-Evals evaluation framework and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2. Discuss uniqueness versus off-the-shelf model usage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3. Evaluate agent assessment plan and golden dataset creation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4. Provide feedback on evaluation approach and deployment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What is Wega-Evals?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Profile-driven evaluation framework for 11 SDLC AI agents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Combines LLM-as-Judge (Gemini 2.5) + Programmatic metrics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Scores each agent across 15–20 dimensions per evaluation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Evaluates real production traces from Langfuse — not synthetic benchmarks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Plugin architecture — add new agent evaluation in &lt; 1 hour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Built-in safety: hallucination, toxicity, PII, policy compliance auto-applied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Architecture — 4-Layer 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CLI, Streamlit Dashboard, DOCX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 interaction &amp; visualization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EvalRunner (ThreadPoolExecutor)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 processing, score aggregation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 + Programmatic Evals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Dual scoring: AI judgment + deterministic metrics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&amp; Integration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DatasetManager, Langfuse, Vertex AI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Trace storage, datasets, model hosting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Evaluation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Step 1: Production traces captured in Langfuse from real agent usage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Step 2: SEED — traces converted into evaluation dataset items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Step 3: EVALUATE — each item scored across ~17 dimensions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     ▸ LLM Judge: Gemini 2.5 scores quality, faithfulness, safety (0.0–1.0)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     ▸ Programmatic: latency, cost, token efficiency, structural validity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Step 4: REPORT — scores pushed to Langfuse, dashboard, DOCX exports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Two-level parallelism: 4 items × 8 dimensions = up to 32 concurrent evals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26+ Evaluation Dimensions (5 Categories)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/>
              </a:defRPr>
            </a:pPr>
            <a:r>
              <a:t>8 universal + 4 programmatic + 5–8 domain-specific per agent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faithfulness, coherence, conciseness, consistency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&amp; Trust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hallucination, toxicity, data_privacy_compliance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policy_compliance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latency, cost_efficiency, token_efficiency, structural_validity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Programmatic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Domain-Specific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script_correctness, review_relevance, intent_routing,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 ≥3.11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Framework language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Google Gemini 2.5 via Vertex AI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Structured evaluation scoring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Observability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Langfuse 4.x (self-hosted K8s)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Trace storage, dataset mgmt, scores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Models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Pydantic 2.x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Type-safe data contracts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Real-time evaluation visualization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python-docx + matplotlib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Professional DOCX with charts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python-dotenv + dataclass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12-factor environment-driven config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2. Uniqueness vs. Off-the-Shelf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Composition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Covers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/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Agent-specific profiles, domain dimensions, custom extractors, tailored prompts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 Patterns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~40%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LLM-as-Judge approach, Pydantic models, CLI scaffolding, dashboard patterns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Glue /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Langfuse connectivity, SSL adapter, Vertex AI wiring, report generation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Makes Wega-Evals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Cannot be purchased off-the-shelf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SDLC-domain evaluation taxonomy — 26+ dimensions for code review, test gen, BRD, orchestration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Profile-driven architecture — one framework evaluates 11 different agents, zero core code changes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Production trace evaluation — real Langfuse traces, not synthetic benchmarks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Auto-merge dimension system — __init_subclass__ ensures every agent gets safety/quality baselines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Corporate environment ready — self-signed cert chain builder baked 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Comparison — Off-the-Shelf Options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Available Tools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Not Sufficient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LLM-as-Judge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Ragas, DeepEval, LangSmith, Phoenix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Focus on single LLM calls, not multi-step SDLC agents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Trace Storage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Langfuse, LangSmith, Arize Phoenix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We already use Langfuse — this is the data source, not the evaluator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Prompt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Promptfoo, Humanloop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Tests prompts, not end-to-end agent pipelines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Eval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None purpose-built for SDLC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tool evaluates 11 heterogeneous SDLC agents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9144000" cy="2286000"/>
          </a:xfrm>
          <a:prstGeom prst="rect">
            <a:avLst/>
          </a:prstGeom>
          <a:solidFill>
            <a:srgbClr val="E8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B2A4A"/>
                </a:solidFill>
                <a:latin typeface="Calibri"/>
              </a:defRPr>
            </a:pPr>
            <a:r>
              <a:t>"We use industry-standard patterns (LLM-as-Judge, Langfuse, Pydantic) but the evaluation logic — the dimensions, prompts, and extraction rules — is domain-specific and cannot be bought.</a:t>
            </a:r>
            <a:br/>
            <a:br/>
            <a:r>
              <a:t>The framework is the reusable shell; the profiles are the intellectual property."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3. Agent Assessment Plan &amp; Golden Dataset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Agent Readiness — Current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1097280"/>
                <a:gridCol w="27432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Traces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Next Action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testcase_to_scripts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Evaluated (100 items)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Review results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testcases_to_testdata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Evaluated (85 items)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Review results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code_assistant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seeded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&amp; evaluate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brd_summary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seeded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&amp; evaluate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Not seeded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&amp; evaluate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user_manual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re-seed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Re-seed &amp; evaluate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sdlc_orchestrator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1,309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re-seed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Seed &amp; evaluate (long run)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re-seed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Small sample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user_story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production usage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userstory_to_testcases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traces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production usage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userstory_validator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traces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production usage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Completed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/>
              </a:defRPr>
            </a:pPr>
            <a:r>
              <a:t>Both agents show strong safety scores but need quality improvements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8872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1097280"/>
                <a:gridCol w="1097280"/>
                <a:gridCol w="182880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 Score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Performer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Needs Work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testcase_to_scripts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IMPROVEMENT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structural_validity (1.0), toxicity (1.0)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 (0.18), faithfulness (0.32)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testcases_to_testdata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NEEDS IMPROVEMENT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consistency (0.97), toxicity (1.0), latency (1.0)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boundary_values (0.06), structural_validity (0.06)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Golden Dataset Creation — Phased Approach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1 (Now)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Trace-seeded datasets — LLM judges output quality without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quality scores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SMEs review 10–20 outputs per top agent, mark gold-standard answers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2–3 days/agent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Human-verified references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Enable reference-comparison scoring — output vs. golden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 sprint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Accuracy measurement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Regression suite — re-evaluate on golden dataset after agent updates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Quality gates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Zero-Trace Agents — Action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No traces = nothing to evaluate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3 agents have NO production traces: user_story, userstory_to_testcases, userstory_validator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Option A: Run them in production/staging to generate Langfuse traces, then seed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Option B: Manually create synthetic dataset items using CLI (wega-eval add-item)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Option C: Targeted test sessions — QA uses agents on 10–15 real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Recommendation: Option C — generates realistic traces with minimal production risk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Deep Dive: What Is Built Manually Per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Dimensions  •  Prompts  •  Extraction Rules  •  Template Variables  •  Programmatic Checks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Dimensions — 3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/>
              </a:defRPr>
            </a:pPr>
            <a:r>
              <a:t>Each agent gets 15–20 total dimensions. Domain expert decides what matters for that specific agent.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914400"/>
                <a:gridCol w="393192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Universal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(auto-applied)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common_prompts.py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(__init_subclass__)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hallucination, faithfulness, coherence,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consistency, toxicity, data_privacy,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Written once,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never again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Programmatic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(auto-applied)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AgentProfile base class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structural_validity, latency,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cost_efficiency, token_efficiency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Written once,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never again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Domain-Specific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(manual per agent)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profiles/&lt;agent&gt;.py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CARA: review_relevance, finding_accuracy,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severity_calibration, false_positive_rate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~10 min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 agent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Judge Prompts — Hand-Crafted Evaluation Rubrics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This is the core intellectual property — domain expertise encoded as evaluation rubrics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Each dimension maps to a detailed prompt template sent to Gemini 2.5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Prompt defines: evaluation criteria (bullet points), scoring rubric (0.0–1.0), JSON output format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Uses template variables: {input_text}, {output_text} + agent-specific like {diff}, {framework_type}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Example — CARA review_relevance prompt structure: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Role: "You are an expert code review evaluator"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Context: ## Code Diff {diff}  +  ## AI Review Output {output_text}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Criteria: 4 specific questions (findings in diff? correct line numbers? etc.)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Rubric: 1.0 = all relevant, 0.5 = mixed, 0.0 = mostly hallucinated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Output: JSON { "score": float, "reasoning": str, "hallucinated_findings": [...] }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Effort: 2–4 hours per agent (5–8 prompts × 15–30 min each)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Extraction Rules — Finding Data in Langfuse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3 methods: extract_input(), extract_output(), extract_primary_input_text()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Each agent stores data differently in Langfuse traces. Extractors tell the framework WHERE to look.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Default (base class): trace.input → input, last GENERATION observation → output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Custom overrides needed when agents have non-standard trace structures: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CARA: diff is inside a GENERATION observation's input, not trace.input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testcase_to_scripts: config (framework, language) is in a SPAN named "convert_test_cases"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testcase_to_scripts: scripts spread across 3 observation types (generate-script,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  generate-feature-file, generate-step-definition)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Requires: inspecting real Langfuse traces to understand the structure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Effort: 1–2 hours per agent (only needed for non-standard agents)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 Template Variables &amp; 5. Programmatic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/>
              </a:defRPr>
            </a:pPr>
            <a:r>
              <a:t>Template variables inject agent-specific context into judge prompts. Programmatic checks run without LLM.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017520"/>
                <a:gridCol w="27432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Template Variables</a:t>
                      </a:r>
                    </a:p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(format_judge_context)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Custom Programmatic 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{diff}, {findings_json}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severity_distribution,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line_reference_accuracy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Judge sees actual diff;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check severity spread &amp; valid line refs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testcase_to_scripts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{framework_type}, {language}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Judge evaluates against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correct framework (Playwright vs Selenium)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user_story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INVEST compliance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Programmatic validation of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story format rules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Others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 (use defaults)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 (base class only)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 latency / cost /</a:t>
                      </a:r>
                    </a:p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structure checks only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Effort Summary — Manual Work Per Agent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/>
              </a:defRPr>
            </a:pPr>
            <a:r>
              <a:t>Total: ~4–8 hours per new agent. Framework handles everything else (parallelism, Langfuse, LLM calls, scoring, reporting).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1645920"/>
                <a:gridCol w="29260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What's Done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Typical Effort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Skill Needed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Dimensions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Choose 5–8 quality aspects specific to the agent's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 knowledge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Judge prompts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Write detailed evaluation rubrics with criteria + scoring guide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2–4 hours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 + prompt engineering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Extraction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Override extract_input/output for non-standard trace 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Langfuse trace inspection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Template variables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Provide extra context like {diff}, {framework_type} for prompts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 min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Domain knowledge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Programmatic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Add rule-based validators (severity distribution, line refs, etc.)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1–2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Engineering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Output schema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Define required fields, status values, severity ranges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 min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Agent API knowledge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Automatic vs. Manual — Clear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/>
              </a:defRPr>
            </a:pPr>
            <a:r>
              <a:t>Adding a new agent = one Python file. No changes to framework core.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4632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Automatic (Framework)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(Per Agent Profile)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Dimensions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universal + 4 programmatic auto-merged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5–8 domain-specific chosen by expert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Prompts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 common prompts auto-merged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5–8 custom rubrics per agent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Default trace.input / last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Custom overrides for non-standard traces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Scoring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Gemini API calls, JSON parsing, score extraction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Parallelism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ThreadPoolExecutor (4 items × 8 dims)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Langfuse Push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 push per-dimension + overall scores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Dashboard + DOCX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SSL / Proxy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 bundle auto-build for corporate envs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4. Evaluation Approach &amp; Deployment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Current Strengths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Dual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LLM Judge (subjective quality) + Programmatic (objective metrics)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Comprehensive Coverage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 universal + 4 programmatic + 5–8 domain dims per agent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Safety Built-in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Hallucination, toxicity, PII, policy compliance auto-applied to ALL agents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Reproducible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Temperature=0.0, deterministic programmatic evals, full traceability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Scalable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Plugin architecture — new agent evaluation in &lt;1 hour, no core changes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Corporate-Ready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SSL/proxy handling, self-hosted Langfuse, Vertex AI integration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Known Gaps &amp; Proposed Improvements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Proposed Fix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Layer 1 only (single-agent)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handoff evaluation between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Build Layer 2 (transition) &amp; Layer 3 (end-to-end)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weighted scoring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dimensions contribute equally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Per-dimension weights (hallucination=3×, conciseness=0.5×)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Single judge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Potential Gemini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Multi-judge consensus (Gemini + GPT-4 + Claude)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prompt versioning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Cannot A/B test template changes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Langfuse prompt management integration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regression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Cannot compare Agent v1 vs 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Comparative evaluation mode on same inputs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Structure — Evolution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572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Developer runs CLI locally (wega-eval run)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Quick iteration, debugging, flexibility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CI/CD integration — nightly or on agent PR merge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Automated regression detection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Dedicated eval service with API + webhook triggers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Zero-touch continuous evaluation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Discussion &amp;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AB"/>
                </a:solidFill>
                <a:latin typeface="Calibri"/>
              </a:defRPr>
            </a:pPr>
            <a:r>
              <a:t>Questions for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1. Should we prioritize Layer 2 (transition eval) or golden dataset creation first?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2. Which agents need the most urgent evaluation — by business impact or trace volume?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3. Is Gemini Flash sufficient as judge, or invest in multi-judge consensus?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4. Do we want CI/CD evaluation integration now, or keep manual runs?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5. What's the plan to generate traces for the 3 zero-trace agents?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6. Should we introduce weighted scoring for critical dimensions?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✅ Framework is operational — 2 agents fully evaluated, 6 ready to evaluate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✅ Architecture is extensible — plugin model with auto-merged safety dimensions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✅ Unique value — domain-specific evaluation taxonomy cannot be bought off-the-shelf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Next Steps: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Seed &amp; evaluate code_assistant (193 traces) — highest priority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Seed &amp; evaluate brd_summary (29) and brd (23) — quick wins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Generate traces for 3 zero-trace agents via targeted QA sessions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Begin Phase 2 golden dataset creation with SME reviews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▸"/>
            </a:pPr>
            <a:r>
              <a:t>   ▸ Plan Layer 2 transition evaluation design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86AB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